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Monument Bold" pitchFamily="2" charset="0"/>
      <p:regular r:id="rId10"/>
    </p:embeddedFont>
    <p:embeddedFont>
      <p:font typeface="Open Sauce" pitchFamily="2" charset="0"/>
      <p:regular r:id="rId11"/>
    </p:embeddedFont>
    <p:embeddedFont>
      <p:font typeface="Open Sauce Bold" pitchFamily="2" charset="0"/>
      <p:regular r:id="rId12"/>
    </p:embeddedFont>
    <p:embeddedFont>
      <p:font typeface="TT Commons Pro" panose="020B0103030102020204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4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png" /><Relationship Id="rId4" Type="http://schemas.openxmlformats.org/officeDocument/2006/relationships/image" Target="../media/image3.sv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84648" y="-4024653"/>
            <a:ext cx="10298430" cy="18267725"/>
          </a:xfrm>
          <a:custGeom>
            <a:avLst/>
            <a:gdLst/>
            <a:ahLst/>
            <a:cxnLst/>
            <a:rect l="l" t="t" r="r" b="b"/>
            <a:pathLst>
              <a:path w="10298430" h="18267725">
                <a:moveTo>
                  <a:pt x="0" y="0"/>
                </a:moveTo>
                <a:lnTo>
                  <a:pt x="10298430" y="0"/>
                </a:lnTo>
                <a:lnTo>
                  <a:pt x="10298430" y="18267726"/>
                </a:lnTo>
                <a:lnTo>
                  <a:pt x="0" y="18267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375952"/>
            <a:ext cx="16207485" cy="416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99"/>
              </a:lnSpc>
            </a:pPr>
            <a:r>
              <a:rPr lang="en-US" sz="15999" spc="-319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PROJECT </a:t>
            </a:r>
          </a:p>
          <a:p>
            <a:pPr marL="0" lvl="1" indent="0" algn="l">
              <a:lnSpc>
                <a:spcPts val="15999"/>
              </a:lnSpc>
            </a:pPr>
            <a:r>
              <a:rPr lang="en-US" sz="15999" spc="-319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TITLE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2581676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1652748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28700" y="8044764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flipV="1">
            <a:off x="16756776" y="6931137"/>
            <a:ext cx="479409" cy="479409"/>
          </a:xfrm>
          <a:custGeom>
            <a:avLst/>
            <a:gdLst/>
            <a:ahLst/>
            <a:cxnLst/>
            <a:rect l="l" t="t" r="r" b="b"/>
            <a:pathLst>
              <a:path w="479409" h="479409">
                <a:moveTo>
                  <a:pt x="0" y="479408"/>
                </a:moveTo>
                <a:lnTo>
                  <a:pt x="479409" y="479408"/>
                </a:lnTo>
                <a:lnTo>
                  <a:pt x="479409" y="0"/>
                </a:lnTo>
                <a:lnTo>
                  <a:pt x="0" y="0"/>
                </a:lnTo>
                <a:lnTo>
                  <a:pt x="0" y="47940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13660" y="5424703"/>
            <a:ext cx="2143116" cy="2129523"/>
          </a:xfrm>
          <a:custGeom>
            <a:avLst/>
            <a:gdLst/>
            <a:ahLst/>
            <a:cxnLst/>
            <a:rect l="l" t="t" r="r" b="b"/>
            <a:pathLst>
              <a:path w="2143116" h="2129523">
                <a:moveTo>
                  <a:pt x="0" y="0"/>
                </a:moveTo>
                <a:lnTo>
                  <a:pt x="2143116" y="0"/>
                </a:lnTo>
                <a:lnTo>
                  <a:pt x="2143116" y="2129523"/>
                </a:lnTo>
                <a:lnTo>
                  <a:pt x="0" y="2129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983862"/>
            <a:ext cx="47310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PPT SUBMISSION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88379" y="1983862"/>
            <a:ext cx="397092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HACKAXIOS 2K25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354326"/>
            <a:ext cx="473100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TEAM NAME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821051"/>
            <a:ext cx="473100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THEME/TRACK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7880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81075" y="2438081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flipV="1">
            <a:off x="16971328" y="362255"/>
            <a:ext cx="287972" cy="287972"/>
          </a:xfrm>
          <a:custGeom>
            <a:avLst/>
            <a:gdLst/>
            <a:ahLst/>
            <a:cxnLst/>
            <a:rect l="l" t="t" r="r" b="b"/>
            <a:pathLst>
              <a:path w="287972" h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336038"/>
            <a:ext cx="1623060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39566"/>
            <a:ext cx="37183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57168"/>
            <a:ext cx="1022516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 IS THE REAL WORLD PROBLEM YOU ARE SOLVING, HOW IS IT WORTH SOLVING, AND THE SCALE OF THIS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B69D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528638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81075" y="1938838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836796"/>
            <a:ext cx="1623060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YOUR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57926"/>
            <a:ext cx="1022516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WHAT’S YOUR PROPOSED SOLUTION, HOW DOES IT SOLVE THE PROBLEM, IS IT FEASIBLE?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69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528638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81075" y="1938838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836796"/>
            <a:ext cx="1623060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TECH STACK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57926"/>
            <a:ext cx="10225169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HOW DO YOU EFFECTIVELY USE TECHNICAL TOOLS TO SOLVE THIS PROBLEM, FRAMEWORKS, API, DEPLOYMENT, AWS SERVICES (IF USING ANY, ACCORDING TO YOUR TRACK)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5B69D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528638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81075" y="1938838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836796"/>
            <a:ext cx="1623060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Monument Bold"/>
                <a:ea typeface="Monument Bold"/>
                <a:cs typeface="Monument Bold"/>
                <a:sym typeface="Monument Bold"/>
              </a:rPr>
              <a:t>EXPLAIN THE WORKING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57926"/>
            <a:ext cx="1022516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FLOWCHARTS, SYSTEM ARCHITECTURE, USAGE OF TOOLS, HOW DOES IT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528638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81075" y="1938838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836796"/>
            <a:ext cx="1623060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Monument Bold"/>
                <a:ea typeface="Monument Bold"/>
                <a:cs typeface="Monument Bold"/>
                <a:sym typeface="Monument Bold"/>
              </a:rPr>
              <a:t>OUTCOME/IMPACT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57926"/>
            <a:ext cx="1022516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IMPACTS AND OUTCOMES OF YOUR SOLUTION, WHAT DOES YOUR SOLUTION ACTUALLY ACHIEVE IN REAL LIFE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11" r="-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4032" y="263166"/>
            <a:ext cx="17399935" cy="9779602"/>
            <a:chOff x="0" y="0"/>
            <a:chExt cx="4582699" cy="2575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2699" cy="2575698"/>
            </a:xfrm>
            <a:custGeom>
              <a:avLst/>
              <a:gdLst/>
              <a:ahLst/>
              <a:cxnLst/>
              <a:rect l="l" t="t" r="r" b="b"/>
              <a:pathLst>
                <a:path w="4582699" h="2575698">
                  <a:moveTo>
                    <a:pt x="22692" y="0"/>
                  </a:moveTo>
                  <a:lnTo>
                    <a:pt x="4560007" y="0"/>
                  </a:lnTo>
                  <a:cubicBezTo>
                    <a:pt x="4572540" y="0"/>
                    <a:pt x="4582699" y="10160"/>
                    <a:pt x="4582699" y="22692"/>
                  </a:cubicBezTo>
                  <a:lnTo>
                    <a:pt x="4582699" y="2553006"/>
                  </a:lnTo>
                  <a:cubicBezTo>
                    <a:pt x="4582699" y="2565538"/>
                    <a:pt x="4572540" y="2575698"/>
                    <a:pt x="4560007" y="2575698"/>
                  </a:cubicBezTo>
                  <a:lnTo>
                    <a:pt x="22692" y="2575698"/>
                  </a:lnTo>
                  <a:cubicBezTo>
                    <a:pt x="10160" y="2575698"/>
                    <a:pt x="0" y="2565538"/>
                    <a:pt x="0" y="2553006"/>
                  </a:cubicBezTo>
                  <a:lnTo>
                    <a:pt x="0" y="22692"/>
                  </a:lnTo>
                  <a:cubicBezTo>
                    <a:pt x="0" y="10160"/>
                    <a:pt x="10160" y="0"/>
                    <a:pt x="2269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582699" cy="2575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700" y="652462"/>
            <a:ext cx="16230600" cy="0"/>
          </a:xfrm>
          <a:prstGeom prst="line">
            <a:avLst/>
          </a:prstGeom>
          <a:ln w="9525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28700" y="1939025"/>
            <a:ext cx="16230600" cy="0"/>
          </a:xfrm>
          <a:prstGeom prst="line">
            <a:avLst/>
          </a:prstGeom>
          <a:ln w="9525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960807"/>
            <a:ext cx="1623060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BUSINESS VALUE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1100" y="2410326"/>
            <a:ext cx="1022516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CAN YOUR SOLUTION GENERATE PROFIT, DOES IT HAVE ANY VALUE AS A BUSINESS/START UP, FINANCIAL REASONING AND ESTIMATION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3923" y="9253537"/>
            <a:ext cx="132362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423923" y="2531409"/>
            <a:ext cx="132362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423923" y="484327"/>
            <a:ext cx="132362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flipV="1">
            <a:off x="17115314" y="439707"/>
            <a:ext cx="287972" cy="287972"/>
          </a:xfrm>
          <a:custGeom>
            <a:avLst/>
            <a:gdLst/>
            <a:ahLst/>
            <a:cxnLst/>
            <a:rect l="l" t="t" r="r" b="b"/>
            <a:pathLst>
              <a:path w="287972" h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52531" y="593218"/>
            <a:ext cx="1840977" cy="1829300"/>
          </a:xfrm>
          <a:custGeom>
            <a:avLst/>
            <a:gdLst/>
            <a:ahLst/>
            <a:cxnLst/>
            <a:rect l="l" t="t" r="r" b="b"/>
            <a:pathLst>
              <a:path w="1840977" h="1829300">
                <a:moveTo>
                  <a:pt x="0" y="0"/>
                </a:moveTo>
                <a:lnTo>
                  <a:pt x="1840977" y="0"/>
                </a:lnTo>
                <a:lnTo>
                  <a:pt x="1840977" y="1829301"/>
                </a:lnTo>
                <a:lnTo>
                  <a:pt x="0" y="182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308753" y="8435666"/>
            <a:ext cx="376035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axios.iiitbhopal@gmail.com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1548" y="2873066"/>
            <a:ext cx="3236618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lead Name: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college: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phone no.: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email:</a:t>
            </a:r>
          </a:p>
          <a:p>
            <a:pPr marL="0" lvl="1" indent="0"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t-shirt size: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08753" y="7968941"/>
            <a:ext cx="323661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799" b="1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Email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962" y="7968941"/>
            <a:ext cx="323661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799" b="1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Instagram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3923" y="1083053"/>
            <a:ext cx="1323626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TEAM INFO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22962" y="8435666"/>
            <a:ext cx="376035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@axios.iiitbhopal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1548" y="4673291"/>
            <a:ext cx="3236618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Member -1  Name: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college: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phone no.: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email:</a:t>
            </a:r>
          </a:p>
          <a:p>
            <a:pPr marL="0" lvl="1" indent="0"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t-shirt size: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1548" y="6473516"/>
            <a:ext cx="3236618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Member -2 Name: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college: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phone no.: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email:</a:t>
            </a:r>
          </a:p>
          <a:p>
            <a:pPr marL="0" lvl="1" indent="0"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t-shirt size: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96607" y="2873066"/>
            <a:ext cx="3236618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Member -3 Name: (optional)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college: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phone no.: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email:</a:t>
            </a:r>
          </a:p>
          <a:p>
            <a:pPr marL="0" lvl="1" indent="0"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t-shirt size: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96607" y="4673291"/>
            <a:ext cx="3236618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Member -4 Name: (optional)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college: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phone no.: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email:</a:t>
            </a:r>
          </a:p>
          <a:p>
            <a:pPr marL="0" lvl="1" indent="0"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t-shirt size: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19075" y="2873066"/>
            <a:ext cx="3236618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Member -5 Name: (optional)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college: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phone no.:</a:t>
            </a:r>
          </a:p>
          <a:p>
            <a:pPr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email:</a:t>
            </a:r>
          </a:p>
          <a:p>
            <a:pPr marL="0" lvl="1" indent="0" algn="l">
              <a:lnSpc>
                <a:spcPts val="2400"/>
              </a:lnSpc>
            </a:pPr>
            <a:r>
              <a:rPr lang="en-US" sz="2000" b="1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t-shirt size: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HackXios 2k25 PPT Template</dc:title>
  <cp:lastModifiedBy>SWAYAM BHARGAVA</cp:lastModifiedBy>
  <cp:revision>2</cp:revision>
  <dcterms:created xsi:type="dcterms:W3CDTF">2006-08-16T00:00:00Z</dcterms:created>
  <dcterms:modified xsi:type="dcterms:W3CDTF">2025-12-20T13:16:13Z</dcterms:modified>
  <dc:identifier>DAG6pDZpvSA</dc:identifier>
</cp:coreProperties>
</file>